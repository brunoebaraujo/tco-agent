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8"/>
  </p:notesMasterIdLst>
  <p:handoutMasterIdLst>
    <p:handoutMasterId r:id="rId9"/>
  </p:handoutMasterIdLst>
  <p:sldIdLst>
    <p:sldId id="256" r:id="rId5"/>
    <p:sldId id="262"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152" userDrawn="1">
          <p15:clr>
            <a:srgbClr val="A4A3A4"/>
          </p15:clr>
        </p15:guide>
        <p15:guide id="2" orient="horz" pos="1392" userDrawn="1">
          <p15:clr>
            <a:srgbClr val="A4A3A4"/>
          </p15:clr>
        </p15:guide>
        <p15:guide id="3" orient="horz" pos="170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ernal" initials="MB" lastIdx="1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DEE8"/>
    <a:srgbClr val="8064A2"/>
    <a:srgbClr val="FFFFFF"/>
    <a:srgbClr val="005F9E"/>
    <a:srgbClr val="23AE49"/>
    <a:srgbClr val="29A8FF"/>
    <a:srgbClr val="2C7D93"/>
    <a:srgbClr val="014B96"/>
    <a:srgbClr val="2D9A0D"/>
    <a:srgbClr val="3054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pos="1152"/>
        <p:guide orient="horz" pos="1392"/>
        <p:guide orient="horz" pos="170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uno Araujo" userId="d85c7e35-519d-411d-85e2-88ae76c4f746" providerId="ADAL" clId="{A5C099A8-987A-4A6C-B3E1-9BCC91BEC46B}"/>
    <pc:docChg chg="undo custSel addSld delSld modSld sldOrd">
      <pc:chgData name="Bruno Araujo" userId="d85c7e35-519d-411d-85e2-88ae76c4f746" providerId="ADAL" clId="{A5C099A8-987A-4A6C-B3E1-9BCC91BEC46B}" dt="2026-06-15T14:47:52.935" v="1615" actId="680"/>
      <pc:docMkLst>
        <pc:docMk/>
      </pc:docMkLst>
      <pc:sldChg chg="modSp mod">
        <pc:chgData name="Bruno Araujo" userId="d85c7e35-519d-411d-85e2-88ae76c4f746" providerId="ADAL" clId="{A5C099A8-987A-4A6C-B3E1-9BCC91BEC46B}" dt="2026-06-15T14:47:43.860" v="1613" actId="6549"/>
        <pc:sldMkLst>
          <pc:docMk/>
          <pc:sldMk cId="63607241" sldId="256"/>
        </pc:sldMkLst>
        <pc:spChg chg="mod">
          <ac:chgData name="Bruno Araujo" userId="d85c7e35-519d-411d-85e2-88ae76c4f746" providerId="ADAL" clId="{A5C099A8-987A-4A6C-B3E1-9BCC91BEC46B}" dt="2026-06-15T14:47:43.860" v="1613" actId="6549"/>
          <ac:spMkLst>
            <pc:docMk/>
            <pc:sldMk cId="63607241" sldId="256"/>
            <ac:spMk id="2" creationId="{D0288A7A-4D13-13B5-55E6-E4B14E17FFC4}"/>
          </ac:spMkLst>
        </pc:spChg>
      </pc:sldChg>
      <pc:sldChg chg="addSp modSp new del mod">
        <pc:chgData name="Bruno Araujo" userId="d85c7e35-519d-411d-85e2-88ae76c4f746" providerId="ADAL" clId="{A5C099A8-987A-4A6C-B3E1-9BCC91BEC46B}" dt="2026-06-15T14:47:48.711" v="1614" actId="47"/>
        <pc:sldMkLst>
          <pc:docMk/>
          <pc:sldMk cId="1656581579" sldId="262"/>
        </pc:sldMkLst>
      </pc:sldChg>
      <pc:sldChg chg="new">
        <pc:chgData name="Bruno Araujo" userId="d85c7e35-519d-411d-85e2-88ae76c4f746" providerId="ADAL" clId="{A5C099A8-987A-4A6C-B3E1-9BCC91BEC46B}" dt="2026-06-15T14:47:52.935" v="1615" actId="680"/>
        <pc:sldMkLst>
          <pc:docMk/>
          <pc:sldMk cId="2080986836" sldId="262"/>
        </pc:sldMkLst>
      </pc:sldChg>
      <pc:sldChg chg="addSp delSp modSp new del mod">
        <pc:chgData name="Bruno Araujo" userId="d85c7e35-519d-411d-85e2-88ae76c4f746" providerId="ADAL" clId="{A5C099A8-987A-4A6C-B3E1-9BCC91BEC46B}" dt="2026-06-15T14:47:48.711" v="1614" actId="47"/>
        <pc:sldMkLst>
          <pc:docMk/>
          <pc:sldMk cId="2591916853" sldId="263"/>
        </pc:sldMkLst>
      </pc:sldChg>
      <pc:sldChg chg="addSp modSp new del mod">
        <pc:chgData name="Bruno Araujo" userId="d85c7e35-519d-411d-85e2-88ae76c4f746" providerId="ADAL" clId="{A5C099A8-987A-4A6C-B3E1-9BCC91BEC46B}" dt="2026-06-15T14:47:48.711" v="1614" actId="47"/>
        <pc:sldMkLst>
          <pc:docMk/>
          <pc:sldMk cId="4041287098" sldId="264"/>
        </pc:sldMkLst>
      </pc:sldChg>
      <pc:sldChg chg="addSp delSp modSp new del mod chgLayout">
        <pc:chgData name="Bruno Araujo" userId="d85c7e35-519d-411d-85e2-88ae76c4f746" providerId="ADAL" clId="{A5C099A8-987A-4A6C-B3E1-9BCC91BEC46B}" dt="2026-06-15T14:47:48.711" v="1614" actId="47"/>
        <pc:sldMkLst>
          <pc:docMk/>
          <pc:sldMk cId="3275347813" sldId="265"/>
        </pc:sldMkLst>
      </pc:sldChg>
      <pc:sldChg chg="addSp modSp new del mod">
        <pc:chgData name="Bruno Araujo" userId="d85c7e35-519d-411d-85e2-88ae76c4f746" providerId="ADAL" clId="{A5C099A8-987A-4A6C-B3E1-9BCC91BEC46B}" dt="2026-06-15T14:47:48.711" v="1614" actId="47"/>
        <pc:sldMkLst>
          <pc:docMk/>
          <pc:sldMk cId="588773147" sldId="26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431F9F-3D1F-4FBE-9126-AFEADADE38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I"/>
          </a:p>
        </p:txBody>
      </p:sp>
      <p:sp>
        <p:nvSpPr>
          <p:cNvPr id="3" name="Date Placeholder 2">
            <a:extLst>
              <a:ext uri="{FF2B5EF4-FFF2-40B4-BE49-F238E27FC236}">
                <a16:creationId xmlns:a16="http://schemas.microsoft.com/office/drawing/2014/main" id="{5742939E-3925-4FDE-9FFF-6844A06711B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27433E-4297-44EB-A552-5ED8024B03FF}" type="datetimeFigureOut">
              <a:rPr lang="en-FI" smtClean="0"/>
              <a:t>06/15/2026</a:t>
            </a:fld>
            <a:endParaRPr lang="en-FI"/>
          </a:p>
        </p:txBody>
      </p:sp>
      <p:sp>
        <p:nvSpPr>
          <p:cNvPr id="4" name="Footer Placeholder 3">
            <a:extLst>
              <a:ext uri="{FF2B5EF4-FFF2-40B4-BE49-F238E27FC236}">
                <a16:creationId xmlns:a16="http://schemas.microsoft.com/office/drawing/2014/main" id="{F37C1D94-EC1A-472E-9F9F-8E308FD73E0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FI"/>
          </a:p>
        </p:txBody>
      </p:sp>
      <p:sp>
        <p:nvSpPr>
          <p:cNvPr id="5" name="Slide Number Placeholder 4">
            <a:extLst>
              <a:ext uri="{FF2B5EF4-FFF2-40B4-BE49-F238E27FC236}">
                <a16:creationId xmlns:a16="http://schemas.microsoft.com/office/drawing/2014/main" id="{94798CB6-7977-4C4F-9B00-6C4AA9D9B9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6ADE02-AAB4-432F-9444-C75A35A85DAA}" type="slidenum">
              <a:rPr lang="en-FI" smtClean="0"/>
              <a:t>‹#›</a:t>
            </a:fld>
            <a:endParaRPr lang="en-FI"/>
          </a:p>
        </p:txBody>
      </p:sp>
    </p:spTree>
    <p:extLst>
      <p:ext uri="{BB962C8B-B14F-4D97-AF65-F5344CB8AC3E}">
        <p14:creationId xmlns:p14="http://schemas.microsoft.com/office/powerpoint/2010/main" val="3762639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AA6835-2DD4-3E42-A2B6-2DC674B7888F}" type="datetimeFigureOut">
              <a:rPr lang="en-US" smtClean="0"/>
              <a:pPr/>
              <a:t>6/15/2026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96380F-032E-9C41-94CF-4228F7E83D97}" type="slidenum">
              <a:rPr lang="en-US" smtClean="0"/>
              <a:pPr/>
              <a:t>‹#›</a:t>
            </a:fld>
            <a:endParaRPr lang="en-US"/>
          </a:p>
        </p:txBody>
      </p:sp>
    </p:spTree>
    <p:extLst>
      <p:ext uri="{BB962C8B-B14F-4D97-AF65-F5344CB8AC3E}">
        <p14:creationId xmlns:p14="http://schemas.microsoft.com/office/powerpoint/2010/main" val="423473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latin typeface="Arial"/>
            </a:endParaRPr>
          </a:p>
        </p:txBody>
      </p:sp>
      <p:sp>
        <p:nvSpPr>
          <p:cNvPr id="2" name="Title 1"/>
          <p:cNvSpPr>
            <a:spLocks noGrp="1"/>
          </p:cNvSpPr>
          <p:nvPr>
            <p:ph type="ctrTitle"/>
          </p:nvPr>
        </p:nvSpPr>
        <p:spPr>
          <a:xfrm>
            <a:off x="778784" y="1798562"/>
            <a:ext cx="8539408" cy="2109533"/>
          </a:xfrm>
        </p:spPr>
        <p:txBody>
          <a:bodyPr anchor="b">
            <a:normAutofit/>
          </a:bodyPr>
          <a:lstStyle>
            <a:lvl1pPr algn="l">
              <a:defRPr sz="4000" b="1">
                <a:solidFill>
                  <a:srgbClr val="005F9E"/>
                </a:solidFill>
                <a:latin typeface="Gill Sans MT" pitchFamily="34" charset="0"/>
              </a:defRPr>
            </a:lvl1pPr>
          </a:lstStyle>
          <a:p>
            <a:endParaRPr lang="en-US"/>
          </a:p>
        </p:txBody>
      </p:sp>
      <p:sp>
        <p:nvSpPr>
          <p:cNvPr id="3" name="Subtitle 2"/>
          <p:cNvSpPr>
            <a:spLocks noGrp="1"/>
          </p:cNvSpPr>
          <p:nvPr>
            <p:ph type="subTitle" idx="1"/>
          </p:nvPr>
        </p:nvSpPr>
        <p:spPr>
          <a:xfrm>
            <a:off x="778784" y="3988744"/>
            <a:ext cx="6773633" cy="1233388"/>
          </a:xfrm>
        </p:spPr>
        <p:txBody>
          <a:bodyPr>
            <a:normAutofit/>
          </a:bodyPr>
          <a:lstStyle>
            <a:lvl1pPr marL="0" indent="0" algn="l">
              <a:buNone/>
              <a:defRPr sz="2400">
                <a:solidFill>
                  <a:srgbClr val="23AE49"/>
                </a:solidFill>
                <a:latin typeface="Gill Sans MT" panose="020B05020201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a:p>
        </p:txBody>
      </p:sp>
      <p:pic>
        <p:nvPicPr>
          <p:cNvPr id="24" name="Picture 23">
            <a:extLst>
              <a:ext uri="{FF2B5EF4-FFF2-40B4-BE49-F238E27FC236}">
                <a16:creationId xmlns:a16="http://schemas.microsoft.com/office/drawing/2014/main" id="{2033B43D-D265-4D90-833A-F27256E1B5CB}"/>
              </a:ext>
            </a:extLst>
          </p:cNvPr>
          <p:cNvPicPr>
            <a:picLocks noChangeAspect="1"/>
          </p:cNvPicPr>
          <p:nvPr userDrawn="1"/>
        </p:nvPicPr>
        <p:blipFill>
          <a:blip r:embed="rId2" cstate="print"/>
          <a:stretch>
            <a:fillRect/>
          </a:stretch>
        </p:blipFill>
        <p:spPr>
          <a:xfrm>
            <a:off x="8686800" y="0"/>
            <a:ext cx="3505200" cy="6858000"/>
          </a:xfrm>
          <a:prstGeom prst="rect">
            <a:avLst/>
          </a:prstGeom>
        </p:spPr>
      </p:pic>
      <p:pic>
        <p:nvPicPr>
          <p:cNvPr id="25" name="Picture 24">
            <a:extLst>
              <a:ext uri="{FF2B5EF4-FFF2-40B4-BE49-F238E27FC236}">
                <a16:creationId xmlns:a16="http://schemas.microsoft.com/office/drawing/2014/main" id="{ECC57A6F-E2BD-4D27-A5D9-751E02609A50}"/>
              </a:ext>
            </a:extLst>
          </p:cNvPr>
          <p:cNvPicPr>
            <a:picLocks noChangeAspect="1"/>
          </p:cNvPicPr>
          <p:nvPr userDrawn="1"/>
        </p:nvPicPr>
        <p:blipFill>
          <a:blip r:embed="rId3" cstate="print"/>
          <a:stretch>
            <a:fillRect/>
          </a:stretch>
        </p:blipFill>
        <p:spPr>
          <a:xfrm>
            <a:off x="778784" y="559549"/>
            <a:ext cx="3886199" cy="626394"/>
          </a:xfrm>
          <a:prstGeom prst="rect">
            <a:avLst/>
          </a:prstGeom>
        </p:spPr>
      </p:pic>
    </p:spTree>
    <p:extLst>
      <p:ext uri="{BB962C8B-B14F-4D97-AF65-F5344CB8AC3E}">
        <p14:creationId xmlns:p14="http://schemas.microsoft.com/office/powerpoint/2010/main" val="3267067880"/>
      </p:ext>
    </p:extLst>
  </p:cSld>
  <p:clrMapOvr>
    <a:masterClrMapping/>
  </p:clrMapOvr>
  <p:extLst>
    <p:ext uri="{DCECCB84-F9BA-43D5-87BE-67443E8EF086}">
      <p15:sldGuideLst xmlns:p15="http://schemas.microsoft.com/office/powerpoint/2012/main">
        <p15:guide id="1" pos="576" userDrawn="1">
          <p15:clr>
            <a:srgbClr val="FBAE40"/>
          </p15:clr>
        </p15:guide>
        <p15:guide id="2" orient="horz" pos="7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132CF643-FA9C-C539-BFA7-9C13696E645D}"/>
              </a:ext>
            </a:extLst>
          </p:cNvPr>
          <p:cNvGrpSpPr/>
          <p:nvPr userDrawn="1"/>
        </p:nvGrpSpPr>
        <p:grpSpPr>
          <a:xfrm>
            <a:off x="827828" y="388456"/>
            <a:ext cx="581226" cy="403711"/>
            <a:chOff x="827828" y="799802"/>
            <a:chExt cx="581226" cy="403711"/>
          </a:xfrm>
        </p:grpSpPr>
        <p:sp>
          <p:nvSpPr>
            <p:cNvPr id="7" name="Arrow: Chevron 6">
              <a:extLst>
                <a:ext uri="{FF2B5EF4-FFF2-40B4-BE49-F238E27FC236}">
                  <a16:creationId xmlns:a16="http://schemas.microsoft.com/office/drawing/2014/main" id="{3B5E32EE-ED2A-903C-ED93-B57080AEEB7A}"/>
                </a:ext>
              </a:extLst>
            </p:cNvPr>
            <p:cNvSpPr/>
            <p:nvPr userDrawn="1"/>
          </p:nvSpPr>
          <p:spPr>
            <a:xfrm>
              <a:off x="827828" y="799802"/>
              <a:ext cx="326635" cy="403711"/>
            </a:xfrm>
            <a:prstGeom prst="chevron">
              <a:avLst>
                <a:gd name="adj" fmla="val 60870"/>
              </a:avLst>
            </a:prstGeom>
            <a:solidFill>
              <a:srgbClr val="00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I">
                <a:solidFill>
                  <a:schemeClr val="tx1"/>
                </a:solidFill>
              </a:endParaRPr>
            </a:p>
          </p:txBody>
        </p:sp>
        <p:sp>
          <p:nvSpPr>
            <p:cNvPr id="8" name="Arrow: Chevron 7">
              <a:extLst>
                <a:ext uri="{FF2B5EF4-FFF2-40B4-BE49-F238E27FC236}">
                  <a16:creationId xmlns:a16="http://schemas.microsoft.com/office/drawing/2014/main" id="{F516A116-7CCF-E5CF-0866-09AAAB35C929}"/>
                </a:ext>
              </a:extLst>
            </p:cNvPr>
            <p:cNvSpPr/>
            <p:nvPr userDrawn="1"/>
          </p:nvSpPr>
          <p:spPr>
            <a:xfrm>
              <a:off x="1082419" y="799802"/>
              <a:ext cx="326635" cy="403711"/>
            </a:xfrm>
            <a:prstGeom prst="chevron">
              <a:avLst>
                <a:gd name="adj" fmla="val 60870"/>
              </a:avLst>
            </a:prstGeom>
            <a:solidFill>
              <a:srgbClr val="23A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I">
                <a:solidFill>
                  <a:schemeClr val="tx1"/>
                </a:solidFill>
              </a:endParaRPr>
            </a:p>
          </p:txBody>
        </p:sp>
      </p:grpSp>
      <p:graphicFrame>
        <p:nvGraphicFramePr>
          <p:cNvPr id="4" name="Object 3" hidden="1"/>
          <p:cNvGraphicFramePr>
            <a:graphicFrameLocks noChangeAspect="1"/>
          </p:cNvGraphicFramePr>
          <p:nvPr userDrawn="1">
            <p:custDataLst>
              <p:tags r:id="rId1"/>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4" name="Object 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1447577" y="329871"/>
            <a:ext cx="6086698" cy="517216"/>
          </a:xfrm>
        </p:spPr>
        <p:txBody>
          <a:bodyPr/>
          <a:lstStyle>
            <a:lvl1pPr>
              <a:defRPr b="1">
                <a:latin typeface="Gill Sans MT" panose="020B0502020104020203" pitchFamily="34" charset="0"/>
              </a:defRPr>
            </a:lvl1pPr>
          </a:lstStyle>
          <a:p>
            <a:r>
              <a:rPr lang="en-US"/>
              <a:t>Click to edit</a:t>
            </a:r>
          </a:p>
        </p:txBody>
      </p:sp>
      <p:sp>
        <p:nvSpPr>
          <p:cNvPr id="3" name="Content Placeholder 2"/>
          <p:cNvSpPr>
            <a:spLocks noGrp="1"/>
          </p:cNvSpPr>
          <p:nvPr>
            <p:ph idx="1"/>
          </p:nvPr>
        </p:nvSpPr>
        <p:spPr>
          <a:xfrm>
            <a:off x="1154463" y="1405992"/>
            <a:ext cx="10350613" cy="4185604"/>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828800" indent="0">
              <a:buNone/>
              <a:defRPr/>
            </a:lvl5pPr>
          </a:lstStyle>
          <a:p>
            <a:pPr lvl="0"/>
            <a:r>
              <a:rPr lang="en-US"/>
              <a:t>Click to edit</a:t>
            </a:r>
          </a:p>
          <a:p>
            <a:pPr lvl="1"/>
            <a:r>
              <a:rPr lang="en-US"/>
              <a:t>Second level</a:t>
            </a:r>
          </a:p>
          <a:p>
            <a:pPr lvl="2"/>
            <a:r>
              <a:rPr lang="en-US"/>
              <a:t>Third level</a:t>
            </a:r>
          </a:p>
          <a:p>
            <a:pPr lvl="3"/>
            <a:r>
              <a:rPr lang="en-US"/>
              <a:t>Fourth level</a:t>
            </a:r>
          </a:p>
        </p:txBody>
      </p:sp>
      <p:sp>
        <p:nvSpPr>
          <p:cNvPr id="6" name="Slide Number Placeholder 5"/>
          <p:cNvSpPr>
            <a:spLocks noGrp="1"/>
          </p:cNvSpPr>
          <p:nvPr>
            <p:ph type="sldNum" sz="quarter" idx="12"/>
          </p:nvPr>
        </p:nvSpPr>
        <p:spPr/>
        <p:txBody>
          <a:bodyPr/>
          <a:lstStyle>
            <a:lvl1pPr>
              <a:defRPr sz="1000">
                <a:latin typeface="Arial" panose="020B0604020202020204" pitchFamily="34" charset="0"/>
                <a:cs typeface="Arial" panose="020B0604020202020204" pitchFamily="34" charset="0"/>
              </a:defRPr>
            </a:lvl1pPr>
          </a:lstStyle>
          <a:p>
            <a:fld id="{B0F7075C-A0E0-F049-A8A6-B2A5C6B1711C}" type="slidenum">
              <a:rPr lang="en-US" smtClean="0"/>
              <a:pPr/>
              <a:t>‹#›</a:t>
            </a:fld>
            <a:endParaRPr lang="en-US"/>
          </a:p>
        </p:txBody>
      </p:sp>
      <p:sp>
        <p:nvSpPr>
          <p:cNvPr id="10" name="TextBox 9">
            <a:extLst>
              <a:ext uri="{FF2B5EF4-FFF2-40B4-BE49-F238E27FC236}">
                <a16:creationId xmlns:a16="http://schemas.microsoft.com/office/drawing/2014/main" id="{966C01E3-DF29-4D2C-9C18-9E8B74C26E05}"/>
              </a:ext>
            </a:extLst>
          </p:cNvPr>
          <p:cNvSpPr txBox="1"/>
          <p:nvPr userDrawn="1"/>
        </p:nvSpPr>
        <p:spPr>
          <a:xfrm>
            <a:off x="7625549" y="470488"/>
            <a:ext cx="4046552" cy="369332"/>
          </a:xfrm>
          <a:prstGeom prst="rect">
            <a:avLst/>
          </a:prstGeom>
          <a:noFill/>
        </p:spPr>
        <p:txBody>
          <a:bodyPr wrap="square" rtlCol="0">
            <a:spAutoFit/>
          </a:bodyPr>
          <a:lstStyle/>
          <a:p>
            <a:pPr algn="ctr"/>
            <a:r>
              <a:rPr lang="en-US" sz="1800" i="1">
                <a:solidFill>
                  <a:srgbClr val="004C97"/>
                </a:solidFill>
                <a:latin typeface="Avenir Book" panose="02000503020000020003" pitchFamily="2" charset="0"/>
                <a:cs typeface="Gill Sans Nova Light" panose="020F0302020204030204" pitchFamily="34" charset="0"/>
              </a:rPr>
              <a:t>CREATING </a:t>
            </a:r>
            <a:r>
              <a:rPr lang="en-US" sz="1800" b="1" i="1">
                <a:solidFill>
                  <a:srgbClr val="3DAE49"/>
                </a:solidFill>
                <a:latin typeface="Avenir Book" panose="02000503020000020003" pitchFamily="2" charset="0"/>
                <a:cs typeface="Gill Sans Nova Light" panose="020F0302020204030204" pitchFamily="34" charset="0"/>
              </a:rPr>
              <a:t>CIRCULAR</a:t>
            </a:r>
            <a:r>
              <a:rPr lang="en-US" sz="1800" i="1">
                <a:solidFill>
                  <a:srgbClr val="004C97"/>
                </a:solidFill>
                <a:latin typeface="Avenir Book" panose="02000503020000020003" pitchFamily="2" charset="0"/>
                <a:cs typeface="Gill Sans Nova Light" panose="020F0302020204030204" pitchFamily="34" charset="0"/>
              </a:rPr>
              <a:t> SUPPLY CHAINS</a:t>
            </a:r>
          </a:p>
        </p:txBody>
      </p:sp>
    </p:spTree>
    <p:extLst>
      <p:ext uri="{BB962C8B-B14F-4D97-AF65-F5344CB8AC3E}">
        <p14:creationId xmlns:p14="http://schemas.microsoft.com/office/powerpoint/2010/main" val="177600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6" name="Slide Number Placeholder 5">
            <a:extLst>
              <a:ext uri="{FF2B5EF4-FFF2-40B4-BE49-F238E27FC236}">
                <a16:creationId xmlns:a16="http://schemas.microsoft.com/office/drawing/2014/main" id="{B120E347-8987-4092-8D8A-E6BCD93E366B}"/>
              </a:ext>
            </a:extLst>
          </p:cNvPr>
          <p:cNvSpPr>
            <a:spLocks noGrp="1"/>
          </p:cNvSpPr>
          <p:nvPr>
            <p:ph type="sldNum" sz="quarter" idx="12"/>
          </p:nvPr>
        </p:nvSpPr>
        <p:spPr>
          <a:xfrm>
            <a:off x="8737600" y="6356351"/>
            <a:ext cx="2844800" cy="365125"/>
          </a:xfrm>
        </p:spPr>
        <p:txBody>
          <a:bodyPr/>
          <a:lstStyle>
            <a:lvl1pPr>
              <a:defRPr sz="1000" b="0">
                <a:latin typeface="Arial" panose="020B0604020202020204" pitchFamily="34" charset="0"/>
                <a:cs typeface="Arial" panose="020B0604020202020204" pitchFamily="34" charset="0"/>
              </a:defRPr>
            </a:lvl1pPr>
          </a:lstStyle>
          <a:p>
            <a:fld id="{B0F7075C-A0E0-F049-A8A6-B2A5C6B1711C}" type="slidenum">
              <a:rPr lang="en-US" smtClean="0"/>
              <a:pPr/>
              <a:t>‹#›</a:t>
            </a:fld>
            <a:endParaRPr lang="en-US"/>
          </a:p>
        </p:txBody>
      </p:sp>
      <p:sp>
        <p:nvSpPr>
          <p:cNvPr id="11" name="Content Placeholder 2">
            <a:extLst>
              <a:ext uri="{FF2B5EF4-FFF2-40B4-BE49-F238E27FC236}">
                <a16:creationId xmlns:a16="http://schemas.microsoft.com/office/drawing/2014/main" id="{2305C9C1-FDD9-42DC-8793-A6EF394916DC}"/>
              </a:ext>
            </a:extLst>
          </p:cNvPr>
          <p:cNvSpPr>
            <a:spLocks noGrp="1"/>
          </p:cNvSpPr>
          <p:nvPr>
            <p:ph idx="1"/>
          </p:nvPr>
        </p:nvSpPr>
        <p:spPr>
          <a:xfrm>
            <a:off x="1154463" y="1405992"/>
            <a:ext cx="4866012" cy="4185604"/>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828800" indent="0">
              <a:buNone/>
              <a:defRPr/>
            </a:lvl5pPr>
          </a:lstStyle>
          <a:p>
            <a:pPr lvl="0"/>
            <a:r>
              <a:rPr lang="en-US"/>
              <a:t>Click to edit</a:t>
            </a:r>
          </a:p>
          <a:p>
            <a:pPr lvl="1"/>
            <a:r>
              <a:rPr lang="en-US"/>
              <a:t>Second level</a:t>
            </a:r>
          </a:p>
          <a:p>
            <a:pPr lvl="2"/>
            <a:r>
              <a:rPr lang="en-US"/>
              <a:t>Third level</a:t>
            </a:r>
          </a:p>
          <a:p>
            <a:pPr lvl="3"/>
            <a:r>
              <a:rPr lang="en-US"/>
              <a:t>Fourth level</a:t>
            </a:r>
          </a:p>
        </p:txBody>
      </p:sp>
      <p:sp>
        <p:nvSpPr>
          <p:cNvPr id="12" name="Content Placeholder 2">
            <a:extLst>
              <a:ext uri="{FF2B5EF4-FFF2-40B4-BE49-F238E27FC236}">
                <a16:creationId xmlns:a16="http://schemas.microsoft.com/office/drawing/2014/main" id="{3CA4FFAE-DB38-4569-B4C0-0054621526C7}"/>
              </a:ext>
            </a:extLst>
          </p:cNvPr>
          <p:cNvSpPr>
            <a:spLocks noGrp="1"/>
          </p:cNvSpPr>
          <p:nvPr>
            <p:ph idx="13"/>
          </p:nvPr>
        </p:nvSpPr>
        <p:spPr>
          <a:xfrm>
            <a:off x="6476326" y="1405992"/>
            <a:ext cx="4866013" cy="4185604"/>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828800" indent="0">
              <a:buNone/>
              <a:defRPr/>
            </a:lvl5pPr>
          </a:lstStyle>
          <a:p>
            <a:pPr lvl="0"/>
            <a:r>
              <a:rPr lang="en-US"/>
              <a:t>Click to edit</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75787217-4474-47D7-B1F3-0A10064227BA}"/>
              </a:ext>
            </a:extLst>
          </p:cNvPr>
          <p:cNvSpPr>
            <a:spLocks noGrp="1"/>
          </p:cNvSpPr>
          <p:nvPr>
            <p:ph type="title"/>
          </p:nvPr>
        </p:nvSpPr>
        <p:spPr>
          <a:xfrm>
            <a:off x="1447577" y="329871"/>
            <a:ext cx="6096223" cy="517216"/>
          </a:xfrm>
        </p:spPr>
        <p:txBody>
          <a:bodyPr/>
          <a:lstStyle>
            <a:lvl1pPr>
              <a:defRPr b="1">
                <a:latin typeface="Gill Sans MT" panose="020B0502020104020203" pitchFamily="34" charset="0"/>
              </a:defRPr>
            </a:lvl1pPr>
          </a:lstStyle>
          <a:p>
            <a:r>
              <a:rPr lang="en-US"/>
              <a:t>Click to edit</a:t>
            </a:r>
          </a:p>
        </p:txBody>
      </p:sp>
      <p:sp>
        <p:nvSpPr>
          <p:cNvPr id="9" name="TextBox 8">
            <a:extLst>
              <a:ext uri="{FF2B5EF4-FFF2-40B4-BE49-F238E27FC236}">
                <a16:creationId xmlns:a16="http://schemas.microsoft.com/office/drawing/2014/main" id="{F20EE6A0-A26A-3687-700A-CB86D3DC529C}"/>
              </a:ext>
            </a:extLst>
          </p:cNvPr>
          <p:cNvSpPr txBox="1"/>
          <p:nvPr userDrawn="1"/>
        </p:nvSpPr>
        <p:spPr>
          <a:xfrm>
            <a:off x="7625549" y="470488"/>
            <a:ext cx="4046552" cy="369332"/>
          </a:xfrm>
          <a:prstGeom prst="rect">
            <a:avLst/>
          </a:prstGeom>
          <a:noFill/>
        </p:spPr>
        <p:txBody>
          <a:bodyPr wrap="square" rtlCol="0">
            <a:spAutoFit/>
          </a:bodyPr>
          <a:lstStyle/>
          <a:p>
            <a:pPr algn="ctr"/>
            <a:r>
              <a:rPr lang="en-US" sz="1800" i="1">
                <a:solidFill>
                  <a:srgbClr val="004C97"/>
                </a:solidFill>
                <a:latin typeface="Avenir Book" panose="02000503020000020003" pitchFamily="2" charset="0"/>
                <a:cs typeface="Gill Sans Nova Light" panose="020F0302020204030204" pitchFamily="34" charset="0"/>
              </a:rPr>
              <a:t>CREATING </a:t>
            </a:r>
            <a:r>
              <a:rPr lang="en-US" sz="1800" b="1" i="1">
                <a:solidFill>
                  <a:srgbClr val="3DAE49"/>
                </a:solidFill>
                <a:latin typeface="Avenir Book" panose="02000503020000020003" pitchFamily="2" charset="0"/>
                <a:cs typeface="Gill Sans Nova Light" panose="020F0302020204030204" pitchFamily="34" charset="0"/>
              </a:rPr>
              <a:t>CIRCULAR</a:t>
            </a:r>
            <a:r>
              <a:rPr lang="en-US" sz="1800" i="1">
                <a:solidFill>
                  <a:srgbClr val="004C97"/>
                </a:solidFill>
                <a:latin typeface="Avenir Book" panose="02000503020000020003" pitchFamily="2" charset="0"/>
                <a:cs typeface="Gill Sans Nova Light" panose="020F0302020204030204" pitchFamily="34" charset="0"/>
              </a:rPr>
              <a:t> SUPPLY CHAINS</a:t>
            </a:r>
          </a:p>
        </p:txBody>
      </p:sp>
      <p:grpSp>
        <p:nvGrpSpPr>
          <p:cNvPr id="2" name="Group 1">
            <a:extLst>
              <a:ext uri="{FF2B5EF4-FFF2-40B4-BE49-F238E27FC236}">
                <a16:creationId xmlns:a16="http://schemas.microsoft.com/office/drawing/2014/main" id="{5353767A-1E10-4FFE-20FA-F979A28E3EF0}"/>
              </a:ext>
            </a:extLst>
          </p:cNvPr>
          <p:cNvGrpSpPr/>
          <p:nvPr userDrawn="1"/>
        </p:nvGrpSpPr>
        <p:grpSpPr>
          <a:xfrm>
            <a:off x="827828" y="388456"/>
            <a:ext cx="581226" cy="403711"/>
            <a:chOff x="827828" y="799802"/>
            <a:chExt cx="581226" cy="403711"/>
          </a:xfrm>
        </p:grpSpPr>
        <p:sp>
          <p:nvSpPr>
            <p:cNvPr id="3" name="Arrow: Chevron 2">
              <a:extLst>
                <a:ext uri="{FF2B5EF4-FFF2-40B4-BE49-F238E27FC236}">
                  <a16:creationId xmlns:a16="http://schemas.microsoft.com/office/drawing/2014/main" id="{E9DFD83D-FBFF-5867-BFE2-EC10070743A1}"/>
                </a:ext>
              </a:extLst>
            </p:cNvPr>
            <p:cNvSpPr/>
            <p:nvPr userDrawn="1"/>
          </p:nvSpPr>
          <p:spPr>
            <a:xfrm>
              <a:off x="827828" y="799802"/>
              <a:ext cx="326635" cy="403711"/>
            </a:xfrm>
            <a:prstGeom prst="chevron">
              <a:avLst>
                <a:gd name="adj" fmla="val 60870"/>
              </a:avLst>
            </a:prstGeom>
            <a:solidFill>
              <a:srgbClr val="00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I">
                <a:solidFill>
                  <a:schemeClr val="tx1"/>
                </a:solidFill>
              </a:endParaRPr>
            </a:p>
          </p:txBody>
        </p:sp>
        <p:sp>
          <p:nvSpPr>
            <p:cNvPr id="4" name="Arrow: Chevron 3">
              <a:extLst>
                <a:ext uri="{FF2B5EF4-FFF2-40B4-BE49-F238E27FC236}">
                  <a16:creationId xmlns:a16="http://schemas.microsoft.com/office/drawing/2014/main" id="{22F129BC-9474-B596-F302-A1E7AB22C034}"/>
                </a:ext>
              </a:extLst>
            </p:cNvPr>
            <p:cNvSpPr/>
            <p:nvPr userDrawn="1"/>
          </p:nvSpPr>
          <p:spPr>
            <a:xfrm>
              <a:off x="1082419" y="799802"/>
              <a:ext cx="326635" cy="403711"/>
            </a:xfrm>
            <a:prstGeom prst="chevron">
              <a:avLst>
                <a:gd name="adj" fmla="val 60870"/>
              </a:avLst>
            </a:prstGeom>
            <a:solidFill>
              <a:srgbClr val="23A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I">
                <a:solidFill>
                  <a:schemeClr val="tx1"/>
                </a:solidFill>
              </a:endParaRPr>
            </a:p>
          </p:txBody>
        </p:sp>
      </p:grpSp>
    </p:spTree>
    <p:extLst>
      <p:ext uri="{BB962C8B-B14F-4D97-AF65-F5344CB8AC3E}">
        <p14:creationId xmlns:p14="http://schemas.microsoft.com/office/powerpoint/2010/main" val="1647117537"/>
      </p:ext>
    </p:extLst>
  </p:cSld>
  <p:clrMapOvr>
    <a:masterClrMapping/>
  </p:clrMapOvr>
  <p:extLst>
    <p:ext uri="{DCECCB84-F9BA-43D5-87BE-67443E8EF086}">
      <p15:sldGuideLst xmlns:p15="http://schemas.microsoft.com/office/powerpoint/2012/main">
        <p15:guide id="1" pos="384" userDrawn="1">
          <p15:clr>
            <a:srgbClr val="FBAE40"/>
          </p15:clr>
        </p15:guide>
        <p15:guide id="2" orient="horz" pos="7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p:cNvSpPr/>
          <p:nvPr userDrawn="1"/>
        </p:nvSpPr>
        <p:spPr>
          <a:xfrm>
            <a:off x="0" y="-8759"/>
            <a:ext cx="12192000" cy="6216259"/>
          </a:xfrm>
          <a:prstGeom prst="rect">
            <a:avLst/>
          </a:prstGeom>
          <a:solidFill>
            <a:srgbClr val="00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rgbClr val="053784"/>
              </a:solidFill>
            </a:endParaRPr>
          </a:p>
        </p:txBody>
      </p:sp>
      <p:sp>
        <p:nvSpPr>
          <p:cNvPr id="6" name="Slide Number Placeholder 5"/>
          <p:cNvSpPr>
            <a:spLocks noGrp="1"/>
          </p:cNvSpPr>
          <p:nvPr>
            <p:ph type="sldNum" sz="quarter" idx="12"/>
          </p:nvPr>
        </p:nvSpPr>
        <p:spPr/>
        <p:txBody>
          <a:bodyPr/>
          <a:lstStyle>
            <a:lvl1pPr>
              <a:defRPr sz="1000">
                <a:latin typeface="Arial" panose="020B0604020202020204" pitchFamily="34" charset="0"/>
                <a:cs typeface="Arial" panose="020B0604020202020204" pitchFamily="34" charset="0"/>
              </a:defRPr>
            </a:lvl1pPr>
          </a:lstStyle>
          <a:p>
            <a:fld id="{B0F7075C-A0E0-F049-A8A6-B2A5C6B1711C}" type="slidenum">
              <a:rPr lang="en-US" smtClean="0"/>
              <a:pPr/>
              <a:t>‹#›</a:t>
            </a:fld>
            <a:endParaRPr lang="en-US"/>
          </a:p>
        </p:txBody>
      </p:sp>
      <p:sp>
        <p:nvSpPr>
          <p:cNvPr id="10" name="Content Placeholder 2">
            <a:extLst>
              <a:ext uri="{FF2B5EF4-FFF2-40B4-BE49-F238E27FC236}">
                <a16:creationId xmlns:a16="http://schemas.microsoft.com/office/drawing/2014/main" id="{B1CACADC-0020-45DA-9244-A7816CC12943}"/>
              </a:ext>
            </a:extLst>
          </p:cNvPr>
          <p:cNvSpPr>
            <a:spLocks noGrp="1"/>
          </p:cNvSpPr>
          <p:nvPr>
            <p:ph idx="1"/>
          </p:nvPr>
        </p:nvSpPr>
        <p:spPr>
          <a:xfrm>
            <a:off x="1154463" y="1405992"/>
            <a:ext cx="10350613" cy="4185604"/>
          </a:xfrm>
        </p:spPr>
        <p:txBody>
          <a:bodyPr/>
          <a:lstStyle>
            <a:lvl1pPr>
              <a:defRPr>
                <a:solidFill>
                  <a:schemeClr val="bg1"/>
                </a:solidFill>
                <a:latin typeface="Arial" panose="020B0604020202020204" pitchFamily="34" charset="0"/>
                <a:cs typeface="Arial" panose="020B0604020202020204" pitchFamily="34" charset="0"/>
              </a:defRPr>
            </a:lvl1pPr>
            <a:lvl2pPr>
              <a:defRPr>
                <a:solidFill>
                  <a:schemeClr val="bg1"/>
                </a:solidFill>
                <a:latin typeface="Arial" panose="020B0604020202020204" pitchFamily="34" charset="0"/>
                <a:cs typeface="Arial" panose="020B0604020202020204" pitchFamily="34" charset="0"/>
              </a:defRPr>
            </a:lvl2pPr>
            <a:lvl3pPr>
              <a:defRPr>
                <a:solidFill>
                  <a:schemeClr val="bg1"/>
                </a:solidFill>
                <a:latin typeface="Arial" panose="020B0604020202020204" pitchFamily="34" charset="0"/>
                <a:cs typeface="Arial" panose="020B0604020202020204" pitchFamily="34" charset="0"/>
              </a:defRPr>
            </a:lvl3pPr>
            <a:lvl4pPr>
              <a:defRPr>
                <a:solidFill>
                  <a:schemeClr val="bg1"/>
                </a:solidFill>
                <a:latin typeface="Arial" panose="020B0604020202020204" pitchFamily="34" charset="0"/>
                <a:cs typeface="Arial" panose="020B0604020202020204" pitchFamily="34" charset="0"/>
              </a:defRPr>
            </a:lvl4pPr>
            <a:lvl5pPr marL="1828800" indent="0">
              <a:buNone/>
              <a:defRPr>
                <a:solidFill>
                  <a:schemeClr val="bg1"/>
                </a:solidFill>
              </a:defRPr>
            </a:lvl5pPr>
          </a:lstStyle>
          <a:p>
            <a:pPr lvl="0"/>
            <a:r>
              <a:rPr lang="en-US"/>
              <a:t>Click to edit</a:t>
            </a:r>
          </a:p>
          <a:p>
            <a:pPr lvl="1"/>
            <a:r>
              <a:rPr lang="en-US"/>
              <a:t>Second level</a:t>
            </a:r>
          </a:p>
          <a:p>
            <a:pPr lvl="2"/>
            <a:r>
              <a:rPr lang="en-US"/>
              <a:t>Third level</a:t>
            </a:r>
          </a:p>
          <a:p>
            <a:pPr lvl="3"/>
            <a:r>
              <a:rPr lang="en-US"/>
              <a:t>Fourth level</a:t>
            </a:r>
          </a:p>
        </p:txBody>
      </p:sp>
      <p:sp>
        <p:nvSpPr>
          <p:cNvPr id="24" name="Rectangle 23">
            <a:extLst>
              <a:ext uri="{FF2B5EF4-FFF2-40B4-BE49-F238E27FC236}">
                <a16:creationId xmlns:a16="http://schemas.microsoft.com/office/drawing/2014/main" id="{FBB78494-2ACE-4B9D-AABB-ACE21031FD45}"/>
              </a:ext>
            </a:extLst>
          </p:cNvPr>
          <p:cNvSpPr/>
          <p:nvPr userDrawn="1"/>
        </p:nvSpPr>
        <p:spPr>
          <a:xfrm>
            <a:off x="0" y="6171519"/>
            <a:ext cx="12192000" cy="72000"/>
          </a:xfrm>
          <a:prstGeom prst="rect">
            <a:avLst/>
          </a:prstGeom>
          <a:solidFill>
            <a:srgbClr val="00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rgbClr val="004C97"/>
              </a:solidFill>
              <a:latin typeface="Arial"/>
            </a:endParaRPr>
          </a:p>
        </p:txBody>
      </p:sp>
      <p:sp>
        <p:nvSpPr>
          <p:cNvPr id="25" name="Title 1">
            <a:extLst>
              <a:ext uri="{FF2B5EF4-FFF2-40B4-BE49-F238E27FC236}">
                <a16:creationId xmlns:a16="http://schemas.microsoft.com/office/drawing/2014/main" id="{EB524716-6AC8-4BE9-8389-893CC5A52BBA}"/>
              </a:ext>
            </a:extLst>
          </p:cNvPr>
          <p:cNvSpPr>
            <a:spLocks noGrp="1"/>
          </p:cNvSpPr>
          <p:nvPr>
            <p:ph type="title"/>
          </p:nvPr>
        </p:nvSpPr>
        <p:spPr>
          <a:xfrm>
            <a:off x="1447576" y="329871"/>
            <a:ext cx="6096223" cy="517216"/>
          </a:xfrm>
        </p:spPr>
        <p:txBody>
          <a:bodyPr/>
          <a:lstStyle>
            <a:lvl1pPr>
              <a:defRPr b="1">
                <a:solidFill>
                  <a:schemeClr val="bg1"/>
                </a:solidFill>
                <a:latin typeface="Gill Sans MT" panose="020B0502020104020203" pitchFamily="34" charset="0"/>
              </a:defRPr>
            </a:lvl1pPr>
          </a:lstStyle>
          <a:p>
            <a:r>
              <a:rPr lang="en-US"/>
              <a:t>Click to edit</a:t>
            </a:r>
          </a:p>
        </p:txBody>
      </p:sp>
      <p:grpSp>
        <p:nvGrpSpPr>
          <p:cNvPr id="13" name="Group 12">
            <a:extLst>
              <a:ext uri="{FF2B5EF4-FFF2-40B4-BE49-F238E27FC236}">
                <a16:creationId xmlns:a16="http://schemas.microsoft.com/office/drawing/2014/main" id="{0DFAB45B-96F2-4B67-BA67-E3F2A456C40C}"/>
              </a:ext>
            </a:extLst>
          </p:cNvPr>
          <p:cNvGrpSpPr/>
          <p:nvPr userDrawn="1"/>
        </p:nvGrpSpPr>
        <p:grpSpPr>
          <a:xfrm>
            <a:off x="835516" y="390561"/>
            <a:ext cx="564104" cy="396864"/>
            <a:chOff x="5071621" y="4237780"/>
            <a:chExt cx="564104" cy="396864"/>
          </a:xfrm>
        </p:grpSpPr>
        <p:sp>
          <p:nvSpPr>
            <p:cNvPr id="14" name="Arrow: Chevron 13">
              <a:extLst>
                <a:ext uri="{FF2B5EF4-FFF2-40B4-BE49-F238E27FC236}">
                  <a16:creationId xmlns:a16="http://schemas.microsoft.com/office/drawing/2014/main" id="{EEBEB4AC-4EC1-4591-B256-B0C6DD0114B8}"/>
                </a:ext>
              </a:extLst>
            </p:cNvPr>
            <p:cNvSpPr/>
            <p:nvPr/>
          </p:nvSpPr>
          <p:spPr>
            <a:xfrm>
              <a:off x="5071621" y="4238644"/>
              <a:ext cx="314220" cy="396000"/>
            </a:xfrm>
            <a:prstGeom prst="chevron">
              <a:avLst>
                <a:gd name="adj" fmla="val 62496"/>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I">
                <a:solidFill>
                  <a:schemeClr val="tx1"/>
                </a:solidFill>
              </a:endParaRPr>
            </a:p>
          </p:txBody>
        </p:sp>
        <p:sp>
          <p:nvSpPr>
            <p:cNvPr id="15" name="Arrow: Chevron 14">
              <a:extLst>
                <a:ext uri="{FF2B5EF4-FFF2-40B4-BE49-F238E27FC236}">
                  <a16:creationId xmlns:a16="http://schemas.microsoft.com/office/drawing/2014/main" id="{D83EA0DD-E8A7-4EBB-AE14-BEFF5E2B4E0A}"/>
                </a:ext>
              </a:extLst>
            </p:cNvPr>
            <p:cNvSpPr/>
            <p:nvPr/>
          </p:nvSpPr>
          <p:spPr>
            <a:xfrm>
              <a:off x="5321505" y="4237780"/>
              <a:ext cx="314220" cy="396000"/>
            </a:xfrm>
            <a:prstGeom prst="chevron">
              <a:avLst>
                <a:gd name="adj" fmla="val 62496"/>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I">
                <a:solidFill>
                  <a:schemeClr val="tx1"/>
                </a:solidFill>
              </a:endParaRPr>
            </a:p>
          </p:txBody>
        </p:sp>
      </p:grpSp>
      <p:sp>
        <p:nvSpPr>
          <p:cNvPr id="12" name="TextBox 11">
            <a:extLst>
              <a:ext uri="{FF2B5EF4-FFF2-40B4-BE49-F238E27FC236}">
                <a16:creationId xmlns:a16="http://schemas.microsoft.com/office/drawing/2014/main" id="{66CE4B21-1D54-FB9D-0AE9-E5FE698AB15E}"/>
              </a:ext>
            </a:extLst>
          </p:cNvPr>
          <p:cNvSpPr txBox="1"/>
          <p:nvPr userDrawn="1"/>
        </p:nvSpPr>
        <p:spPr>
          <a:xfrm>
            <a:off x="7625549" y="470488"/>
            <a:ext cx="4046552" cy="369332"/>
          </a:xfrm>
          <a:prstGeom prst="rect">
            <a:avLst/>
          </a:prstGeom>
          <a:noFill/>
        </p:spPr>
        <p:txBody>
          <a:bodyPr wrap="square" rtlCol="0">
            <a:spAutoFit/>
          </a:bodyPr>
          <a:lstStyle/>
          <a:p>
            <a:pPr algn="ctr"/>
            <a:r>
              <a:rPr lang="en-US" sz="1800" b="0" i="1">
                <a:solidFill>
                  <a:schemeClr val="bg1"/>
                </a:solidFill>
                <a:latin typeface="Avenir Book" panose="02000503020000020003" pitchFamily="2" charset="0"/>
                <a:cs typeface="Gill Sans Nova Light" panose="020F0302020204030204" pitchFamily="34" charset="0"/>
              </a:rPr>
              <a:t>C</a:t>
            </a:r>
            <a:r>
              <a:rPr lang="en-US" sz="1800" i="1">
                <a:solidFill>
                  <a:schemeClr val="bg1"/>
                </a:solidFill>
                <a:latin typeface="Avenir Book" panose="02000503020000020003" pitchFamily="2" charset="0"/>
                <a:cs typeface="Gill Sans Nova Light" panose="020F0302020204030204" pitchFamily="34" charset="0"/>
              </a:rPr>
              <a:t>REATING </a:t>
            </a:r>
            <a:r>
              <a:rPr lang="en-US" sz="1800" b="1" i="1">
                <a:solidFill>
                  <a:srgbClr val="23AE49"/>
                </a:solidFill>
                <a:latin typeface="Avenir Book" panose="02000503020000020003" pitchFamily="2" charset="0"/>
                <a:cs typeface="Gill Sans Nova Light" panose="020F0302020204030204" pitchFamily="34" charset="0"/>
              </a:rPr>
              <a:t>CIRCULAR</a:t>
            </a:r>
            <a:r>
              <a:rPr lang="en-US" sz="1800" i="1">
                <a:solidFill>
                  <a:schemeClr val="bg1"/>
                </a:solidFill>
                <a:latin typeface="Avenir Book" panose="02000503020000020003" pitchFamily="2" charset="0"/>
                <a:cs typeface="Gill Sans Nova Light" panose="020F0302020204030204" pitchFamily="34" charset="0"/>
              </a:rPr>
              <a:t> SUPPLY CHAINS</a:t>
            </a:r>
          </a:p>
        </p:txBody>
      </p:sp>
    </p:spTree>
    <p:extLst>
      <p:ext uri="{BB962C8B-B14F-4D97-AF65-F5344CB8AC3E}">
        <p14:creationId xmlns:p14="http://schemas.microsoft.com/office/powerpoint/2010/main" val="1302572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B11F57A-A6B3-4D3C-BE7D-C4AEFF2ACF47}"/>
              </a:ext>
            </a:extLst>
          </p:cNvPr>
          <p:cNvSpPr>
            <a:spLocks noGrp="1"/>
          </p:cNvSpPr>
          <p:nvPr>
            <p:ph type="sldNum" sz="quarter" idx="10"/>
          </p:nvPr>
        </p:nvSpPr>
        <p:spPr/>
        <p:txBody>
          <a:bodyPr/>
          <a:lstStyle>
            <a:lvl1pPr>
              <a:defRPr>
                <a:latin typeface="Arial" panose="020B0604020202020204" pitchFamily="34" charset="0"/>
                <a:cs typeface="Arial" panose="020B0604020202020204" pitchFamily="34" charset="0"/>
              </a:defRPr>
            </a:lvl1pPr>
          </a:lstStyle>
          <a:p>
            <a:fld id="{B0F7075C-A0E0-F049-A8A6-B2A5C6B1711C}" type="slidenum">
              <a:rPr lang="en-US" smtClean="0"/>
              <a:pPr/>
              <a:t>‹#›</a:t>
            </a:fld>
            <a:endParaRPr lang="en-US"/>
          </a:p>
        </p:txBody>
      </p:sp>
      <p:sp>
        <p:nvSpPr>
          <p:cNvPr id="4" name="Footer Placeholder 2">
            <a:extLst>
              <a:ext uri="{FF2B5EF4-FFF2-40B4-BE49-F238E27FC236}">
                <a16:creationId xmlns:a16="http://schemas.microsoft.com/office/drawing/2014/main" id="{69A9CFD9-48EE-4A7C-B57F-4B43D6F9CD71}"/>
              </a:ext>
            </a:extLst>
          </p:cNvPr>
          <p:cNvSpPr>
            <a:spLocks noGrp="1"/>
          </p:cNvSpPr>
          <p:nvPr>
            <p:ph type="ftr" sz="quarter" idx="11"/>
          </p:nvPr>
        </p:nvSpPr>
        <p:spPr>
          <a:xfrm>
            <a:off x="2847048" y="5830819"/>
            <a:ext cx="6497904" cy="400050"/>
          </a:xfrm>
          <a:prstGeom prst="rect">
            <a:avLst/>
          </a:prstGeom>
        </p:spPr>
        <p:txBody>
          <a:bodyPr/>
          <a:lstStyle>
            <a:lvl1pPr algn="ctr">
              <a:defRPr sz="750">
                <a:solidFill>
                  <a:schemeClr val="bg1">
                    <a:lumMod val="65000"/>
                  </a:schemeClr>
                </a:solidFill>
                <a:latin typeface="Arial" panose="020B0604020202020204" pitchFamily="34" charset="0"/>
                <a:cs typeface="Arial" panose="020B0604020202020204" pitchFamily="34" charset="0"/>
              </a:defRPr>
            </a:lvl1pPr>
          </a:lstStyle>
          <a:p>
            <a:r>
              <a:rPr lang="en-US"/>
              <a:t>Copyright © 2023 Goodpack IBC (Singapore) Pte Ltd. All rights reserved. GOODPACK, </a:t>
            </a:r>
            <a:r>
              <a:rPr lang="en-US" err="1"/>
              <a:t>TYRECUBE</a:t>
            </a:r>
            <a:r>
              <a:rPr lang="en-US"/>
              <a:t> and </a:t>
            </a:r>
            <a:r>
              <a:rPr lang="en-US" err="1"/>
              <a:t>TOMATOCUBE</a:t>
            </a:r>
            <a:r>
              <a:rPr lang="en-US"/>
              <a:t> are registered trademarks of Goodpack IBC (Singapore) Pte Ltd. Technical and commercial information in this document is subject to change without notice.</a:t>
            </a:r>
            <a:endParaRPr lang="en-FI"/>
          </a:p>
        </p:txBody>
      </p:sp>
      <p:sp>
        <p:nvSpPr>
          <p:cNvPr id="5" name="Title 1">
            <a:extLst>
              <a:ext uri="{FF2B5EF4-FFF2-40B4-BE49-F238E27FC236}">
                <a16:creationId xmlns:a16="http://schemas.microsoft.com/office/drawing/2014/main" id="{A5C3AB8D-B809-4FAB-9347-DA46CF4D7ACE}"/>
              </a:ext>
            </a:extLst>
          </p:cNvPr>
          <p:cNvSpPr>
            <a:spLocks noGrp="1"/>
          </p:cNvSpPr>
          <p:nvPr>
            <p:ph type="title"/>
          </p:nvPr>
        </p:nvSpPr>
        <p:spPr>
          <a:xfrm>
            <a:off x="1447577" y="329871"/>
            <a:ext cx="6096223" cy="517216"/>
          </a:xfrm>
        </p:spPr>
        <p:txBody>
          <a:bodyPr/>
          <a:lstStyle>
            <a:lvl1pPr>
              <a:defRPr b="1">
                <a:latin typeface="Gill Sans MT" panose="020B0502020104020203" pitchFamily="34" charset="0"/>
              </a:defRPr>
            </a:lvl1pPr>
          </a:lstStyle>
          <a:p>
            <a:r>
              <a:rPr lang="en-US"/>
              <a:t>Click to edit</a:t>
            </a:r>
          </a:p>
        </p:txBody>
      </p:sp>
      <p:sp>
        <p:nvSpPr>
          <p:cNvPr id="8" name="TextBox 7">
            <a:extLst>
              <a:ext uri="{FF2B5EF4-FFF2-40B4-BE49-F238E27FC236}">
                <a16:creationId xmlns:a16="http://schemas.microsoft.com/office/drawing/2014/main" id="{3C14D646-AE43-9BD9-F562-A87E503B53EE}"/>
              </a:ext>
            </a:extLst>
          </p:cNvPr>
          <p:cNvSpPr txBox="1"/>
          <p:nvPr userDrawn="1"/>
        </p:nvSpPr>
        <p:spPr>
          <a:xfrm>
            <a:off x="7625549" y="470488"/>
            <a:ext cx="4046552" cy="369332"/>
          </a:xfrm>
          <a:prstGeom prst="rect">
            <a:avLst/>
          </a:prstGeom>
          <a:noFill/>
        </p:spPr>
        <p:txBody>
          <a:bodyPr wrap="square" rtlCol="0">
            <a:spAutoFit/>
          </a:bodyPr>
          <a:lstStyle/>
          <a:p>
            <a:pPr algn="ctr"/>
            <a:r>
              <a:rPr lang="en-US" sz="1800" i="1">
                <a:solidFill>
                  <a:srgbClr val="004C97"/>
                </a:solidFill>
                <a:latin typeface="Avenir Book" panose="02000503020000020003" pitchFamily="2" charset="0"/>
                <a:cs typeface="Gill Sans Nova Light" panose="020F0302020204030204" pitchFamily="34" charset="0"/>
              </a:rPr>
              <a:t>CREATING </a:t>
            </a:r>
            <a:r>
              <a:rPr lang="en-US" sz="1800" b="1" i="1">
                <a:solidFill>
                  <a:srgbClr val="3DAE49"/>
                </a:solidFill>
                <a:latin typeface="Avenir Book" panose="02000503020000020003" pitchFamily="2" charset="0"/>
                <a:cs typeface="Gill Sans Nova Light" panose="020F0302020204030204" pitchFamily="34" charset="0"/>
              </a:rPr>
              <a:t>CIRCULAR</a:t>
            </a:r>
            <a:r>
              <a:rPr lang="en-US" sz="1800" i="1">
                <a:solidFill>
                  <a:srgbClr val="004C97"/>
                </a:solidFill>
                <a:latin typeface="Avenir Book" panose="02000503020000020003" pitchFamily="2" charset="0"/>
                <a:cs typeface="Gill Sans Nova Light" panose="020F0302020204030204" pitchFamily="34" charset="0"/>
              </a:rPr>
              <a:t> SUPPLY CHAINS</a:t>
            </a:r>
          </a:p>
        </p:txBody>
      </p:sp>
      <p:grpSp>
        <p:nvGrpSpPr>
          <p:cNvPr id="2" name="Group 1">
            <a:extLst>
              <a:ext uri="{FF2B5EF4-FFF2-40B4-BE49-F238E27FC236}">
                <a16:creationId xmlns:a16="http://schemas.microsoft.com/office/drawing/2014/main" id="{9C6C5377-7528-DAED-E459-A09256B3DBC2}"/>
              </a:ext>
            </a:extLst>
          </p:cNvPr>
          <p:cNvGrpSpPr/>
          <p:nvPr userDrawn="1"/>
        </p:nvGrpSpPr>
        <p:grpSpPr>
          <a:xfrm>
            <a:off x="827828" y="388456"/>
            <a:ext cx="581226" cy="403711"/>
            <a:chOff x="827828" y="799802"/>
            <a:chExt cx="581226" cy="403711"/>
          </a:xfrm>
        </p:grpSpPr>
        <p:sp>
          <p:nvSpPr>
            <p:cNvPr id="7" name="Arrow: Chevron 6">
              <a:extLst>
                <a:ext uri="{FF2B5EF4-FFF2-40B4-BE49-F238E27FC236}">
                  <a16:creationId xmlns:a16="http://schemas.microsoft.com/office/drawing/2014/main" id="{088C5F85-CC68-A9B5-85C6-6AA6002AF813}"/>
                </a:ext>
              </a:extLst>
            </p:cNvPr>
            <p:cNvSpPr/>
            <p:nvPr userDrawn="1"/>
          </p:nvSpPr>
          <p:spPr>
            <a:xfrm>
              <a:off x="827828" y="799802"/>
              <a:ext cx="326635" cy="403711"/>
            </a:xfrm>
            <a:prstGeom prst="chevron">
              <a:avLst>
                <a:gd name="adj" fmla="val 60870"/>
              </a:avLst>
            </a:prstGeom>
            <a:solidFill>
              <a:srgbClr val="00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I">
                <a:solidFill>
                  <a:schemeClr val="tx1"/>
                </a:solidFill>
              </a:endParaRPr>
            </a:p>
          </p:txBody>
        </p:sp>
        <p:sp>
          <p:nvSpPr>
            <p:cNvPr id="9" name="Arrow: Chevron 8">
              <a:extLst>
                <a:ext uri="{FF2B5EF4-FFF2-40B4-BE49-F238E27FC236}">
                  <a16:creationId xmlns:a16="http://schemas.microsoft.com/office/drawing/2014/main" id="{69DE5264-47D8-37E4-FDC9-920EBC2798C0}"/>
                </a:ext>
              </a:extLst>
            </p:cNvPr>
            <p:cNvSpPr/>
            <p:nvPr userDrawn="1"/>
          </p:nvSpPr>
          <p:spPr>
            <a:xfrm>
              <a:off x="1082419" y="799802"/>
              <a:ext cx="326635" cy="403711"/>
            </a:xfrm>
            <a:prstGeom prst="chevron">
              <a:avLst>
                <a:gd name="adj" fmla="val 60870"/>
              </a:avLst>
            </a:prstGeom>
            <a:solidFill>
              <a:srgbClr val="23A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I">
                <a:solidFill>
                  <a:schemeClr val="tx1"/>
                </a:solidFill>
              </a:endParaRPr>
            </a:p>
          </p:txBody>
        </p:sp>
      </p:grpSp>
    </p:spTree>
    <p:extLst>
      <p:ext uri="{BB962C8B-B14F-4D97-AF65-F5344CB8AC3E}">
        <p14:creationId xmlns:p14="http://schemas.microsoft.com/office/powerpoint/2010/main" val="2791645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B11F57A-A6B3-4D3C-BE7D-C4AEFF2ACF47}"/>
              </a:ext>
            </a:extLst>
          </p:cNvPr>
          <p:cNvSpPr>
            <a:spLocks noGrp="1"/>
          </p:cNvSpPr>
          <p:nvPr>
            <p:ph type="sldNum" sz="quarter" idx="10"/>
          </p:nvPr>
        </p:nvSpPr>
        <p:spPr/>
        <p:txBody>
          <a:bodyPr/>
          <a:lstStyle>
            <a:lvl1pPr>
              <a:defRPr>
                <a:latin typeface="Arial" panose="020B0604020202020204" pitchFamily="34" charset="0"/>
                <a:cs typeface="Arial" panose="020B0604020202020204" pitchFamily="34" charset="0"/>
              </a:defRPr>
            </a:lvl1pPr>
          </a:lstStyle>
          <a:p>
            <a:fld id="{B0F7075C-A0E0-F049-A8A6-B2A5C6B1711C}" type="slidenum">
              <a:rPr lang="en-US" smtClean="0"/>
              <a:pPr/>
              <a:t>‹#›</a:t>
            </a:fld>
            <a:endParaRPr lang="en-US"/>
          </a:p>
        </p:txBody>
      </p:sp>
      <p:sp>
        <p:nvSpPr>
          <p:cNvPr id="4" name="Footer Placeholder 2">
            <a:extLst>
              <a:ext uri="{FF2B5EF4-FFF2-40B4-BE49-F238E27FC236}">
                <a16:creationId xmlns:a16="http://schemas.microsoft.com/office/drawing/2014/main" id="{69A9CFD9-48EE-4A7C-B57F-4B43D6F9CD71}"/>
              </a:ext>
            </a:extLst>
          </p:cNvPr>
          <p:cNvSpPr>
            <a:spLocks noGrp="1"/>
          </p:cNvSpPr>
          <p:nvPr>
            <p:ph type="ftr" sz="quarter" idx="11"/>
          </p:nvPr>
        </p:nvSpPr>
        <p:spPr>
          <a:xfrm>
            <a:off x="2847048" y="5830819"/>
            <a:ext cx="6497904" cy="400050"/>
          </a:xfrm>
          <a:prstGeom prst="rect">
            <a:avLst/>
          </a:prstGeom>
        </p:spPr>
        <p:txBody>
          <a:bodyPr/>
          <a:lstStyle>
            <a:lvl1pPr algn="ctr">
              <a:defRPr sz="750">
                <a:solidFill>
                  <a:schemeClr val="bg1">
                    <a:lumMod val="65000"/>
                  </a:schemeClr>
                </a:solidFill>
                <a:latin typeface="Arial" panose="020B0604020202020204" pitchFamily="34" charset="0"/>
                <a:cs typeface="Arial" panose="020B0604020202020204" pitchFamily="34" charset="0"/>
              </a:defRPr>
            </a:lvl1pPr>
          </a:lstStyle>
          <a:p>
            <a:r>
              <a:rPr lang="en-US"/>
              <a:t>Copyright © 2023 Goodpack IBC (Singapore) Pte Ltd. All rights reserved. GOODPACK, </a:t>
            </a:r>
            <a:r>
              <a:rPr lang="en-US" err="1"/>
              <a:t>TYRECUBE</a:t>
            </a:r>
            <a:r>
              <a:rPr lang="en-US"/>
              <a:t> and </a:t>
            </a:r>
            <a:r>
              <a:rPr lang="en-US" err="1"/>
              <a:t>TOMATOCUBE</a:t>
            </a:r>
            <a:r>
              <a:rPr lang="en-US"/>
              <a:t> are registered trademarks of Goodpack IBC (Singapore) Pte Ltd. Technical and commercial information in this document is subject to change without notice.</a:t>
            </a:r>
            <a:endParaRPr lang="en-FI"/>
          </a:p>
        </p:txBody>
      </p:sp>
      <p:sp>
        <p:nvSpPr>
          <p:cNvPr id="8" name="TextBox 7">
            <a:extLst>
              <a:ext uri="{FF2B5EF4-FFF2-40B4-BE49-F238E27FC236}">
                <a16:creationId xmlns:a16="http://schemas.microsoft.com/office/drawing/2014/main" id="{8D659B90-46AD-4B18-B702-150EB8AF633E}"/>
              </a:ext>
            </a:extLst>
          </p:cNvPr>
          <p:cNvSpPr txBox="1"/>
          <p:nvPr userDrawn="1"/>
        </p:nvSpPr>
        <p:spPr>
          <a:xfrm>
            <a:off x="2795799" y="3526013"/>
            <a:ext cx="6600403" cy="523220"/>
          </a:xfrm>
          <a:prstGeom prst="rect">
            <a:avLst/>
          </a:prstGeom>
          <a:noFill/>
        </p:spPr>
        <p:txBody>
          <a:bodyPr wrap="square" rtlCol="0">
            <a:spAutoFit/>
          </a:bodyPr>
          <a:lstStyle/>
          <a:p>
            <a:pPr algn="ctr"/>
            <a:r>
              <a:rPr lang="en-US" sz="2800" i="1">
                <a:solidFill>
                  <a:srgbClr val="005F9E"/>
                </a:solidFill>
                <a:latin typeface="Avenir Book" panose="02000503020000020003" pitchFamily="2" charset="0"/>
              </a:rPr>
              <a:t>CREATING </a:t>
            </a:r>
            <a:r>
              <a:rPr lang="en-US" sz="2800" b="1" i="1" spc="120">
                <a:solidFill>
                  <a:srgbClr val="23AE49"/>
                </a:solidFill>
                <a:latin typeface="Avenir Book" panose="02000503020000020003" pitchFamily="2" charset="0"/>
              </a:rPr>
              <a:t>CIRCULAR</a:t>
            </a:r>
            <a:r>
              <a:rPr lang="en-US" sz="2800" i="1">
                <a:solidFill>
                  <a:srgbClr val="005F9E"/>
                </a:solidFill>
                <a:latin typeface="Avenir Book" panose="02000503020000020003" pitchFamily="2" charset="0"/>
              </a:rPr>
              <a:t> SUPPLY CHAINS</a:t>
            </a:r>
          </a:p>
        </p:txBody>
      </p:sp>
      <p:pic>
        <p:nvPicPr>
          <p:cNvPr id="9" name="Picture 8" descr="A picture containing logo&#10;&#10;Description automatically generated">
            <a:extLst>
              <a:ext uri="{FF2B5EF4-FFF2-40B4-BE49-F238E27FC236}">
                <a16:creationId xmlns:a16="http://schemas.microsoft.com/office/drawing/2014/main" id="{91C191F8-6DEF-4D06-9F43-4F2D4636D2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64324" y="1392829"/>
            <a:ext cx="6663351" cy="1081429"/>
          </a:xfrm>
          <a:prstGeom prst="rect">
            <a:avLst/>
          </a:prstGeom>
        </p:spPr>
      </p:pic>
      <p:sp>
        <p:nvSpPr>
          <p:cNvPr id="10" name="TextBox 9">
            <a:extLst>
              <a:ext uri="{FF2B5EF4-FFF2-40B4-BE49-F238E27FC236}">
                <a16:creationId xmlns:a16="http://schemas.microsoft.com/office/drawing/2014/main" id="{ECF30F6D-A99B-4E78-8BE9-A3BB1DAFA218}"/>
              </a:ext>
            </a:extLst>
          </p:cNvPr>
          <p:cNvSpPr txBox="1"/>
          <p:nvPr userDrawn="1"/>
        </p:nvSpPr>
        <p:spPr>
          <a:xfrm>
            <a:off x="4981219" y="5266057"/>
            <a:ext cx="2465996" cy="400110"/>
          </a:xfrm>
          <a:prstGeom prst="rect">
            <a:avLst/>
          </a:prstGeom>
          <a:noFill/>
        </p:spPr>
        <p:txBody>
          <a:bodyPr wrap="none" rtlCol="0">
            <a:spAutoFit/>
          </a:bodyPr>
          <a:lstStyle/>
          <a:p>
            <a:r>
              <a:rPr lang="sv-SE" sz="2000">
                <a:solidFill>
                  <a:srgbClr val="005F9E"/>
                </a:solidFill>
                <a:latin typeface="Arial" panose="020B0604020202020204" pitchFamily="34" charset="0"/>
                <a:cs typeface="Arial" panose="020B0604020202020204" pitchFamily="34" charset="0"/>
              </a:rPr>
              <a:t>www.goodpack.com</a:t>
            </a:r>
            <a:endParaRPr lang="en-US" sz="2000">
              <a:solidFill>
                <a:srgbClr val="005F9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9254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emf"/><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8"/>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9" imgW="360" imgH="360" progId="">
                  <p:embed/>
                </p:oleObj>
              </mc:Choice>
              <mc:Fallback>
                <p:oleObj name="think-cell Slide" r:id="rId9" imgW="360" imgH="360" progId="">
                  <p:embed/>
                  <p:pic>
                    <p:nvPicPr>
                      <p:cNvPr id="4" name="Object 3"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nvPr>
        </p:nvSpPr>
        <p:spPr>
          <a:xfrm>
            <a:off x="532276" y="245249"/>
            <a:ext cx="10972800" cy="9597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4400" y="1600201"/>
            <a:ext cx="10972800" cy="43497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000" b="0">
                <a:solidFill>
                  <a:srgbClr val="005F9E"/>
                </a:solidFill>
                <a:latin typeface="Arial"/>
              </a:defRPr>
            </a:lvl1pPr>
          </a:lstStyle>
          <a:p>
            <a:fld id="{B0F7075C-A0E0-F049-A8A6-B2A5C6B1711C}" type="slidenum">
              <a:rPr lang="en-US" smtClean="0"/>
              <a:pPr/>
              <a:t>‹#›</a:t>
            </a:fld>
            <a:endParaRPr lang="en-US"/>
          </a:p>
        </p:txBody>
      </p:sp>
      <p:sp>
        <p:nvSpPr>
          <p:cNvPr id="7" name="Rectangle 6"/>
          <p:cNvSpPr/>
          <p:nvPr userDrawn="1"/>
        </p:nvSpPr>
        <p:spPr>
          <a:xfrm>
            <a:off x="0" y="6171519"/>
            <a:ext cx="12192000" cy="72000"/>
          </a:xfrm>
          <a:prstGeom prst="rect">
            <a:avLst/>
          </a:prstGeom>
          <a:solidFill>
            <a:srgbClr val="005F9E"/>
          </a:solidFill>
          <a:ln>
            <a:solidFill>
              <a:srgbClr val="004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rgbClr val="004C97"/>
              </a:solidFill>
              <a:latin typeface="Arial"/>
            </a:endParaRPr>
          </a:p>
        </p:txBody>
      </p:sp>
      <p:pic>
        <p:nvPicPr>
          <p:cNvPr id="12" name="Picture 11">
            <a:extLst>
              <a:ext uri="{FF2B5EF4-FFF2-40B4-BE49-F238E27FC236}">
                <a16:creationId xmlns:a16="http://schemas.microsoft.com/office/drawing/2014/main" id="{6AE4AA77-23DA-4096-A65F-ACBDF37A81C2}"/>
              </a:ext>
            </a:extLst>
          </p:cNvPr>
          <p:cNvPicPr>
            <a:picLocks noChangeAspect="1"/>
          </p:cNvPicPr>
          <p:nvPr userDrawn="1"/>
        </p:nvPicPr>
        <p:blipFill>
          <a:blip r:embed="rId11" cstate="print"/>
          <a:stretch>
            <a:fillRect/>
          </a:stretch>
        </p:blipFill>
        <p:spPr>
          <a:xfrm>
            <a:off x="914400" y="6421000"/>
            <a:ext cx="1930400" cy="311150"/>
          </a:xfrm>
          <a:prstGeom prst="rect">
            <a:avLst/>
          </a:prstGeom>
        </p:spPr>
      </p:pic>
    </p:spTree>
    <p:extLst>
      <p:ext uri="{BB962C8B-B14F-4D97-AF65-F5344CB8AC3E}">
        <p14:creationId xmlns:p14="http://schemas.microsoft.com/office/powerpoint/2010/main" val="162109761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71" r:id="rId3"/>
    <p:sldLayoutId id="2147483665" r:id="rId4"/>
    <p:sldLayoutId id="2147483672" r:id="rId5"/>
    <p:sldLayoutId id="2147483673" r:id="rId6"/>
  </p:sldLayoutIdLst>
  <p:hf hdr="0" dt="0"/>
  <p:txStyles>
    <p:titleStyle>
      <a:lvl1pPr algn="l" defTabSz="457200" rtl="0" eaLnBrk="1" latinLnBrk="0" hangingPunct="1">
        <a:spcBef>
          <a:spcPct val="0"/>
        </a:spcBef>
        <a:buNone/>
        <a:defRPr sz="3600" b="1" kern="1200">
          <a:solidFill>
            <a:srgbClr val="005F9E"/>
          </a:solidFill>
          <a:latin typeface="Gill Sans MT" panose="020B0502020104020203" pitchFamily="34" charset="0"/>
          <a:ea typeface="+mj-ea"/>
          <a:cs typeface="+mj-cs"/>
        </a:defRPr>
      </a:lvl1pPr>
    </p:titleStyle>
    <p:bodyStyle>
      <a:lvl1pPr marL="342900" indent="-342900" algn="l" defTabSz="457200" rtl="0" eaLnBrk="1" latinLnBrk="0" hangingPunct="1">
        <a:spcBef>
          <a:spcPct val="20000"/>
        </a:spcBef>
        <a:buFont typeface="Arial"/>
        <a:buChar char="•"/>
        <a:defRPr sz="2400" kern="1200">
          <a:solidFill>
            <a:srgbClr val="23AE49"/>
          </a:solidFill>
          <a:latin typeface="Arial"/>
          <a:ea typeface="+mn-ea"/>
          <a:cs typeface="+mn-cs"/>
        </a:defRPr>
      </a:lvl1pPr>
      <a:lvl2pPr marL="742950" indent="-285750" algn="l" defTabSz="457200" rtl="0" eaLnBrk="1" latinLnBrk="0" hangingPunct="1">
        <a:spcBef>
          <a:spcPct val="20000"/>
        </a:spcBef>
        <a:buFont typeface="Arial"/>
        <a:buChar char="–"/>
        <a:defRPr sz="2400" kern="1200">
          <a:solidFill>
            <a:srgbClr val="23AE49"/>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rgbClr val="23AE49"/>
          </a:solidFill>
          <a:latin typeface="Arial"/>
          <a:ea typeface="+mn-ea"/>
          <a:cs typeface="+mn-cs"/>
        </a:defRPr>
      </a:lvl3pPr>
      <a:lvl4pPr marL="1600200" indent="-228600" algn="l" defTabSz="457200" rtl="0" eaLnBrk="1" latinLnBrk="0" hangingPunct="1">
        <a:spcBef>
          <a:spcPct val="20000"/>
        </a:spcBef>
        <a:buFont typeface="Arial"/>
        <a:buChar char="–"/>
        <a:defRPr sz="2400" kern="1200">
          <a:solidFill>
            <a:srgbClr val="23AE49"/>
          </a:solidFill>
          <a:latin typeface="Arial"/>
          <a:ea typeface="+mn-ea"/>
          <a:cs typeface="+mn-cs"/>
        </a:defRPr>
      </a:lvl4pPr>
      <a:lvl5pPr marL="1828800" indent="0" algn="l" defTabSz="457200" rtl="0" eaLnBrk="1" latinLnBrk="0" hangingPunct="1">
        <a:spcBef>
          <a:spcPct val="20000"/>
        </a:spcBef>
        <a:buFont typeface="Arial"/>
        <a:buNone/>
        <a:defRPr sz="2400" kern="1200">
          <a:solidFill>
            <a:srgbClr val="23AE49"/>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20" userDrawn="1">
          <p15:clr>
            <a:srgbClr val="F26B43"/>
          </p15:clr>
        </p15:guide>
        <p15:guide id="2" pos="57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8A7A-4D13-13B5-55E6-E4B14E17FFC4}"/>
              </a:ext>
            </a:extLst>
          </p:cNvPr>
          <p:cNvSpPr>
            <a:spLocks noGrp="1"/>
          </p:cNvSpPr>
          <p:nvPr>
            <p:ph type="ctrTitle"/>
          </p:nvPr>
        </p:nvSpPr>
        <p:spPr/>
        <p:txBody>
          <a:bodyPr/>
          <a:lstStyle/>
          <a:p>
            <a:endParaRPr lang="pt-BR" dirty="0"/>
          </a:p>
        </p:txBody>
      </p:sp>
      <p:sp>
        <p:nvSpPr>
          <p:cNvPr id="3" name="Subtitle 2">
            <a:extLst>
              <a:ext uri="{FF2B5EF4-FFF2-40B4-BE49-F238E27FC236}">
                <a16:creationId xmlns:a16="http://schemas.microsoft.com/office/drawing/2014/main" id="{2007C1A7-BB08-C4F5-8A9F-55F36095D55A}"/>
              </a:ext>
            </a:extLst>
          </p:cNvPr>
          <p:cNvSpPr>
            <a:spLocks noGrp="1"/>
          </p:cNvSpPr>
          <p:nvPr>
            <p:ph type="subTitle" idx="1"/>
          </p:nvPr>
        </p:nvSpPr>
        <p:spPr/>
        <p:txBody>
          <a:bodyPr/>
          <a:lstStyle/>
          <a:p>
            <a:endParaRPr lang="pt-BR"/>
          </a:p>
        </p:txBody>
      </p:sp>
    </p:spTree>
    <p:extLst>
      <p:ext uri="{BB962C8B-B14F-4D97-AF65-F5344CB8AC3E}">
        <p14:creationId xmlns:p14="http://schemas.microsoft.com/office/powerpoint/2010/main" val="6360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995A3-57DA-FA37-2AFE-3C155BFAA1CF}"/>
              </a:ext>
            </a:extLst>
          </p:cNvPr>
          <p:cNvSpPr>
            <a:spLocks noGrp="1"/>
          </p:cNvSpPr>
          <p:nvPr>
            <p:ph type="title"/>
          </p:nvPr>
        </p:nvSpPr>
        <p:spPr/>
        <p:txBody>
          <a:bodyPr/>
          <a:lstStyle/>
          <a:p>
            <a:endParaRPr lang="pt-BR"/>
          </a:p>
        </p:txBody>
      </p:sp>
      <p:sp>
        <p:nvSpPr>
          <p:cNvPr id="3" name="Content Placeholder 2">
            <a:extLst>
              <a:ext uri="{FF2B5EF4-FFF2-40B4-BE49-F238E27FC236}">
                <a16:creationId xmlns:a16="http://schemas.microsoft.com/office/drawing/2014/main" id="{A36B1BC9-24B8-FF3F-5C8D-A848666F540D}"/>
              </a:ext>
            </a:extLst>
          </p:cNvPr>
          <p:cNvSpPr>
            <a:spLocks noGrp="1"/>
          </p:cNvSpPr>
          <p:nvPr>
            <p:ph idx="1"/>
          </p:nvPr>
        </p:nvSpPr>
        <p:spPr/>
        <p:txBody>
          <a:bodyPr/>
          <a:lstStyle/>
          <a:p>
            <a:endParaRPr lang="pt-BR"/>
          </a:p>
        </p:txBody>
      </p:sp>
      <p:sp>
        <p:nvSpPr>
          <p:cNvPr id="4" name="Slide Number Placeholder 3">
            <a:extLst>
              <a:ext uri="{FF2B5EF4-FFF2-40B4-BE49-F238E27FC236}">
                <a16:creationId xmlns:a16="http://schemas.microsoft.com/office/drawing/2014/main" id="{756C1C05-FE2E-8BD4-EE33-747FE6B5DC52}"/>
              </a:ext>
            </a:extLst>
          </p:cNvPr>
          <p:cNvSpPr>
            <a:spLocks noGrp="1"/>
          </p:cNvSpPr>
          <p:nvPr>
            <p:ph type="sldNum" sz="quarter" idx="12"/>
          </p:nvPr>
        </p:nvSpPr>
        <p:spPr/>
        <p:txBody>
          <a:bodyPr/>
          <a:lstStyle/>
          <a:p>
            <a:fld id="{B0F7075C-A0E0-F049-A8A6-B2A5C6B1711C}" type="slidenum">
              <a:rPr lang="en-US" smtClean="0"/>
              <a:pPr/>
              <a:t>2</a:t>
            </a:fld>
            <a:endParaRPr lang="en-US"/>
          </a:p>
        </p:txBody>
      </p:sp>
    </p:spTree>
    <p:extLst>
      <p:ext uri="{BB962C8B-B14F-4D97-AF65-F5344CB8AC3E}">
        <p14:creationId xmlns:p14="http://schemas.microsoft.com/office/powerpoint/2010/main" val="2080986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5600FD-86D2-FB8F-4D77-29C14A56D6A1}"/>
              </a:ext>
            </a:extLst>
          </p:cNvPr>
          <p:cNvSpPr>
            <a:spLocks noGrp="1"/>
          </p:cNvSpPr>
          <p:nvPr>
            <p:ph type="sldNum" sz="quarter" idx="10"/>
          </p:nvPr>
        </p:nvSpPr>
        <p:spPr/>
        <p:txBody>
          <a:bodyPr/>
          <a:lstStyle/>
          <a:p>
            <a:fld id="{B0F7075C-A0E0-F049-A8A6-B2A5C6B1711C}" type="slidenum">
              <a:rPr lang="en-US" smtClean="0"/>
              <a:pPr/>
              <a:t>3</a:t>
            </a:fld>
            <a:endParaRPr lang="en-US"/>
          </a:p>
        </p:txBody>
      </p:sp>
      <p:sp>
        <p:nvSpPr>
          <p:cNvPr id="3" name="Footer Placeholder 2">
            <a:extLst>
              <a:ext uri="{FF2B5EF4-FFF2-40B4-BE49-F238E27FC236}">
                <a16:creationId xmlns:a16="http://schemas.microsoft.com/office/drawing/2014/main" id="{57AB198C-7A69-811E-F59D-E07B30D3E7E4}"/>
              </a:ext>
            </a:extLst>
          </p:cNvPr>
          <p:cNvSpPr>
            <a:spLocks noGrp="1"/>
          </p:cNvSpPr>
          <p:nvPr>
            <p:ph type="ftr" sz="quarter" idx="11"/>
          </p:nvPr>
        </p:nvSpPr>
        <p:spPr/>
        <p:txBody>
          <a:bodyPr/>
          <a:lstStyle/>
          <a:p>
            <a:r>
              <a:rPr lang="en-US"/>
              <a:t>Copyright © 2023 Goodpack IBC (Singapore) Pte Ltd. All rights reserved. GOODPACK, TYRECUBE and TOMATOCUBE are registered trademarks of Goodpack IBC (Singapore) Pte Ltd. Technical and commercial information in this document is subject to change without notice.</a:t>
            </a:r>
            <a:endParaRPr lang="en-FI"/>
          </a:p>
        </p:txBody>
      </p:sp>
    </p:spTree>
    <p:extLst>
      <p:ext uri="{BB962C8B-B14F-4D97-AF65-F5344CB8AC3E}">
        <p14:creationId xmlns:p14="http://schemas.microsoft.com/office/powerpoint/2010/main" val="13313272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50CC7A36-E991-4AAB-8754-1EBC0B6AAAA5}" vid="{90982DA4-3105-45E0-B8F4-236E35B2A4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bcbdd3f-c946-497b-add5-4d1cc9b6ddd2">
      <Terms xmlns="http://schemas.microsoft.com/office/infopath/2007/PartnerControls"/>
    </lcf76f155ced4ddcb4097134ff3c332f>
    <TaxCatchAll xmlns="7fe9c8aa-f2e6-4a05-a01c-80a31ab22df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5F622BCF2C56F4DAC37E1AD50FFBD06" ma:contentTypeVersion="13" ma:contentTypeDescription="Create a new document." ma:contentTypeScope="" ma:versionID="275eb0f4af344294b4e3df2df77eea1c">
  <xsd:schema xmlns:xsd="http://www.w3.org/2001/XMLSchema" xmlns:xs="http://www.w3.org/2001/XMLSchema" xmlns:p="http://schemas.microsoft.com/office/2006/metadata/properties" xmlns:ns2="3bcbdd3f-c946-497b-add5-4d1cc9b6ddd2" xmlns:ns3="7fe9c8aa-f2e6-4a05-a01c-80a31ab22df1" targetNamespace="http://schemas.microsoft.com/office/2006/metadata/properties" ma:root="true" ma:fieldsID="d53b96c9b1c1560d73eee5bbbea512e8" ns2:_="" ns3:_="">
    <xsd:import namespace="3bcbdd3f-c946-497b-add5-4d1cc9b6ddd2"/>
    <xsd:import namespace="7fe9c8aa-f2e6-4a05-a01c-80a31ab22df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cbdd3f-c946-497b-add5-4d1cc9b6dd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3a47402-acb8-4521-915b-ededfe5c8f9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fe9c8aa-f2e6-4a05-a01c-80a31ab22df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b666a9c-bba3-415e-81f8-7e39ca7c7937}" ma:internalName="TaxCatchAll" ma:showField="CatchAllData" ma:web="7fe9c8aa-f2e6-4a05-a01c-80a31ab22d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EDBDD57-1F4B-471B-88DE-2F76AD980262}">
  <ds:schemaRefs>
    <ds:schemaRef ds:uri="7377d73c-86b8-43a7-8aa5-8909d26dc404"/>
    <ds:schemaRef ds:uri="bb8cebd6-f5a7-4d7f-ba4d-423e54f2d19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3bcbdd3f-c946-497b-add5-4d1cc9b6ddd2"/>
    <ds:schemaRef ds:uri="7fe9c8aa-f2e6-4a05-a01c-80a31ab22df1"/>
  </ds:schemaRefs>
</ds:datastoreItem>
</file>

<file path=customXml/itemProps2.xml><?xml version="1.0" encoding="utf-8"?>
<ds:datastoreItem xmlns:ds="http://schemas.openxmlformats.org/officeDocument/2006/customXml" ds:itemID="{9E583EE6-C009-4B81-BE2B-D97A7B83E1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cbdd3f-c946-497b-add5-4d1cc9b6ddd2"/>
    <ds:schemaRef ds:uri="7fe9c8aa-f2e6-4a05-a01c-80a31ab22d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1899A8-164D-4EE9-B805-08C3F4D94B7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293</TotalTime>
  <Words>48</Words>
  <Application>Microsoft Office PowerPoint</Application>
  <PresentationFormat>Widescreen</PresentationFormat>
  <Paragraphs>3</Paragraphs>
  <Slides>3</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9" baseType="lpstr">
      <vt:lpstr>Arial</vt:lpstr>
      <vt:lpstr>Avenir Book</vt:lpstr>
      <vt:lpstr>Calibri</vt:lpstr>
      <vt:lpstr>Gill Sans MT</vt:lpstr>
      <vt:lpstr>Custom Design</vt:lpstr>
      <vt:lpstr>think-cell Slide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Eleanor Ryan-Jones</dc:creator>
  <cp:lastModifiedBy>Bruno Araujo</cp:lastModifiedBy>
  <cp:revision>2</cp:revision>
  <cp:lastPrinted>2019-03-27T21:26:28Z</cp:lastPrinted>
  <dcterms:created xsi:type="dcterms:W3CDTF">2018-01-24T21:41:35Z</dcterms:created>
  <dcterms:modified xsi:type="dcterms:W3CDTF">2026-06-15T14:47:53Z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0x010100A5F622BCF2C56F4DAC37E1AD50FFBD06</vt:lpwstr>
  </property>
  <property fmtid="{D5CDD505-2E9C-101B-9397-08002B2CF9AE}" pid="3" name="MediaServiceImageTags">
    <vt:lpwstr/>
  </property>
  <property fmtid="{D5CDD505-2E9C-101B-9397-08002B2CF9AE}" pid="4" name="Order">
    <vt:r8>202900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